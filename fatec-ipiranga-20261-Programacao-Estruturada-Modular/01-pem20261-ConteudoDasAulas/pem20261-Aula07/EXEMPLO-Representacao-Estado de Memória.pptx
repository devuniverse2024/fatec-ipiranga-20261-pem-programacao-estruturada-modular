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8"/>
  </p:notesMasterIdLst>
  <p:sldIdLst>
    <p:sldId id="256" r:id="rId2"/>
    <p:sldId id="277" r:id="rId3"/>
    <p:sldId id="28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330" r:id="rId2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49" autoAdjust="0"/>
  </p:normalViewPr>
  <p:slideViewPr>
    <p:cSldViewPr snapToGrid="0">
      <p:cViewPr varScale="1">
        <p:scale>
          <a:sx n="82" d="100"/>
          <a:sy n="82" d="100"/>
        </p:scale>
        <p:origin x="60" y="318"/>
      </p:cViewPr>
      <p:guideLst/>
    </p:cSldViewPr>
  </p:slideViewPr>
  <p:outlineViewPr>
    <p:cViewPr>
      <p:scale>
        <a:sx n="33" d="100"/>
        <a:sy n="33" d="100"/>
      </p:scale>
      <p:origin x="0" y="-15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8" d="100"/>
        <a:sy n="118" d="100"/>
      </p:scale>
      <p:origin x="0" y="-2118"/>
    </p:cViewPr>
  </p:sorterViewPr>
  <p:notesViewPr>
    <p:cSldViewPr snapToGrid="0">
      <p:cViewPr varScale="1">
        <p:scale>
          <a:sx n="55" d="100"/>
          <a:sy n="55" d="100"/>
        </p:scale>
        <p:origin x="20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11D8C5-7865-48B5-8293-E5A5AFC4FE78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C593E-7E94-4024-8F22-A75530BCB6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1727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Fonte: </a:t>
            </a:r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4349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36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2617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ECA6F-CF17-0636-8714-C29D5D2F1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1FDCBD0-CAB3-7F4E-92D8-E6D42DCB9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51058DA-327C-46F4-2E82-5354673B3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3C25C-E621-FEAE-F20E-E7117DCB6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5755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C2ED0-522C-39DE-945D-71F45F09D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74740E0-B3AE-E375-26EC-9C56874C2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CC860DB-27A5-5099-AC65-3548F22AA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C04643-AD45-97C3-51C0-EBAF41CBBB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0666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349CE-25BC-E0D6-24F9-3E5ED79E2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112DE72-9D93-AC7B-AA08-1DA630B85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94D1AF2-2E61-7F61-4E3D-B7F152981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CCFFA0-7476-A2E2-E0B5-93DC8A38B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7967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BFBF1-5C4F-5231-2033-48BCEBEA8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1F29D8E-DA69-D871-28D8-F6BAF6262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3487A8E-1723-E539-5C2E-FDA006B60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439E8A-58E9-B25F-6872-FC592D409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778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0E51A-8E93-AB10-5F1E-D5FDCA446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C3D3184-FA93-D287-74EA-2B497061A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8D44BA3-CB1F-309F-B272-F1B45BE31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E87E56-FDBC-6FC7-1E11-7C9077473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453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1C1B1-F411-CF85-617A-40ADB96E9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9F1E55E-F216-C063-75DE-F07C036C4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A94CD0C-E130-F840-8C29-6989762F4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51383EC-3BB3-3141-D6D8-C1F0812B5E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1518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F2E06-84FD-2F0F-7302-29337C5CA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36C34A0-8B21-607B-E36F-C43C1D188F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1CE7539-90F1-A33D-5F4B-74955D31D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2C5E23-CDE9-8862-68D5-6B72D0B42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750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559A2-0F58-74F9-0025-0FD497F62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9B1CACE-4560-2FD4-8171-B1552460D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D6824E7-597F-FB53-DAA7-C749A7C3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4525F4-9A78-1A00-3CAE-F3B706551A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3271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12AAD-6DCF-01EA-F244-69EFE8683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BAC0A4B-A798-5CDD-AABB-C0E1B5B18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5FC96E8-4C23-3BB3-1A1A-352DEAEB9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8FAE17-FA1E-1108-885D-EEE319DA82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38139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02A13-2CA1-9391-233F-6EED2570E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4E532F6-AAA7-E8F6-9BFF-263B544E9F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E4EEEA0-028E-A657-C434-5F7163544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8DCC11-C9D6-D58E-915C-7C6C83704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700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A3527-AF54-732E-D25E-9DDAF33B7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70BF408-9119-5612-1B85-1335B802B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BC4C444-47AC-D693-9E09-44C4C69A1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9B05FE0-D69C-FAEE-E182-AFF4AFBF85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0945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E40D0-56D7-B164-F5E6-A2CA24B5F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F9B0265-D048-51B4-6E94-9B0023C0E9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AEDEA74-5ED9-355A-98F3-7F834BB41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151182E-3F48-ED10-E5D8-47E38205F7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88531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A1764-F8CE-6922-5CD0-7FDD14A40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F6C2F0B-5386-3B03-70CE-2A353BABE6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8F931E2-D3C7-24D0-381F-B52F711A5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3442DF-6A50-62AB-DFAA-92797FD2C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18212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59AD9-F120-D0EA-8952-4C3547FFE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B2BD9DB-6D5B-1D6A-BE3D-033CEB925E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A36A54B-32C8-3144-EF11-E364CE6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D03B280-BC51-8BD5-D64D-2BAE4AB14F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83443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73F32-611C-5D3F-1FA2-C286C4E70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89AB5CC-08EB-5C2B-A3B5-D0C864282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8BA9736-FCDF-4E7D-0E16-F4D165171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B9A3C0-BB35-23B0-A4D5-1848868C4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25140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11F50-DB14-8164-1390-931521F45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98D1061-B6F1-ED27-568D-4CCBC5F9F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76DBEB1-E2AD-0E16-5202-61392E115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C9D8F8-F3A4-A8C4-27B7-101B3E5E2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24458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D345A-4727-302E-E8BF-3B99041F0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CFFEE57-AA8D-A5D3-2B96-A5C5000DB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6332592-B0BF-4457-D322-0E9A946DC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19A68D1-37B0-0072-7597-6F4EBF6780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89233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FD0A7-CC1A-44C1-A3C8-433B9DB98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199EDC1-A22D-D636-2EA1-E3E9FB05C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B05B30-C29C-2683-A7F1-C41E57D09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95446A1-A5F4-3E86-F3AB-85EF494B55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14137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884CD-7C63-DB98-487B-69BA895E2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ED4949B-0E48-9232-697A-5DECD433C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08E83C4-46F6-EB44-2C4C-B3409E243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CDC7D9-AB2E-1C5F-FCBD-C98FB5412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27004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9AE38-130E-B58F-6B70-5D8CD57AE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932975-8419-9E3F-E162-24D1BD786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EC8313C-048B-F400-A907-05AAF473F5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75DB10-ACC3-F5B7-64DE-D4418FB12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91247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DA247-2488-FE91-F25C-07CA78803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449B0F6-4058-1256-6521-C35FA9434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8D75A8D-8053-4A46-59E3-ED6089E32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F288EB1-2571-767F-A75B-C4C3C7346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6838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C446A-32C5-F6C0-B5E3-625BBDFC6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A4EF1C2-CB54-6DDC-1054-AE511FE3F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CF7C89E-80E7-B669-20F3-A5AFBBD2D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0B1AA5-55AA-4D2C-0595-C1F7D2F8D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0851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4A173-0982-D30C-BECA-59925C26C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49683D8-FC7F-E755-49EE-5F18DA1DB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A892221-C5C4-A073-6D0F-52E92F312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2A4C1C-3473-1E5F-27B8-62CE96AD5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142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667763" y="473202"/>
            <a:ext cx="3926681" cy="3921919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823791"/>
            <a:ext cx="7738814" cy="3296241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4484398"/>
            <a:ext cx="6034030" cy="55670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4781759"/>
            <a:ext cx="1747292" cy="261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EBE5BA5-1995-4A79-8626-CB2405506D4C}" type="datetimeFigureOut">
              <a:rPr lang="pt-BR" smtClean="0"/>
              <a:t>24/03/2026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4781759"/>
            <a:ext cx="3086100" cy="259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4781759"/>
            <a:ext cx="1747292" cy="259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F23EA3A-3FC7-4814-A14A-B7FC522C4A1F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5360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FE04E81-C5BD-8AAB-9F9E-EA73B7253E6F}"/>
              </a:ext>
            </a:extLst>
          </p:cNvPr>
          <p:cNvSpPr txBox="1"/>
          <p:nvPr userDrawn="1"/>
        </p:nvSpPr>
        <p:spPr>
          <a:xfrm>
            <a:off x="8092227" y="4888534"/>
            <a:ext cx="17877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18/02/2025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C14A8DB-4763-6936-3D69-76792C8ABAEF}"/>
              </a:ext>
            </a:extLst>
          </p:cNvPr>
          <p:cNvSpPr txBox="1"/>
          <p:nvPr userDrawn="1"/>
        </p:nvSpPr>
        <p:spPr>
          <a:xfrm>
            <a:off x="44906" y="4866500"/>
            <a:ext cx="3165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Estruturas de Dados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CF8BEC7-5D57-B050-136E-A5A983FC7446}"/>
              </a:ext>
            </a:extLst>
          </p:cNvPr>
          <p:cNvSpPr txBox="1"/>
          <p:nvPr userDrawn="1"/>
        </p:nvSpPr>
        <p:spPr>
          <a:xfrm>
            <a:off x="3678148" y="4866501"/>
            <a:ext cx="17877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err="1">
                <a:solidFill>
                  <a:schemeClr val="bg2">
                    <a:lumMod val="50000"/>
                  </a:schemeClr>
                </a:solidFill>
              </a:rPr>
              <a:t>Prof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 Carlos Veríssimo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6956A5D-35FE-ACA2-443B-FB86FA7E2C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9874" y="-146366"/>
            <a:ext cx="799510" cy="79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921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1714501"/>
            <a:ext cx="7633742" cy="2695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EBE5BA5-1995-4A79-8626-CB2405506D4C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F23EA3A-3FC7-4814-A14A-B7FC522C4A1F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664369" cy="51435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8931402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3917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825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964360-8EB3-44A9-A94E-A190CAA792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ED</a:t>
            </a:r>
            <a:br>
              <a:rPr lang="pt-BR" dirty="0"/>
            </a:br>
            <a:r>
              <a:rPr lang="pt-BR" sz="2000" dirty="0"/>
              <a:t>Estruturas de Dados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5F63BD-098B-49A4-AAD8-CC9CFA333D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Ponteiro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6205383-A2DB-4C1A-8ADB-5160F72C7999}"/>
              </a:ext>
            </a:extLst>
          </p:cNvPr>
          <p:cNvSpPr/>
          <p:nvPr/>
        </p:nvSpPr>
        <p:spPr>
          <a:xfrm>
            <a:off x="7172906" y="4621909"/>
            <a:ext cx="1971094" cy="41919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Prof. Carlos Veríssimo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610FD09-2557-449A-95AD-A3A81354EB27}"/>
              </a:ext>
            </a:extLst>
          </p:cNvPr>
          <p:cNvSpPr/>
          <p:nvPr/>
        </p:nvSpPr>
        <p:spPr>
          <a:xfrm>
            <a:off x="289826" y="4652992"/>
            <a:ext cx="1038132" cy="357032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/>
              <a:t>18/02/2025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C51CB78-0BDC-796B-50C6-13429B141B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652" y="321914"/>
            <a:ext cx="1750695" cy="175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31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15CA0F8-4FF3-249E-5E2A-A02E2E0B7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45" y="1326297"/>
            <a:ext cx="6588654" cy="353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14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9315FA16-F845-4E3B-14A2-3C51A9B11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58885"/>
            <a:ext cx="4033717" cy="284549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264ADD1D-37A1-2365-0179-D044E8A3C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8555" y="1464177"/>
            <a:ext cx="4397051" cy="2762250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9A40546A-567D-9CD4-6A4F-727F9B6F6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D996ED22-9407-C0F5-F0B1-1B90CDAA623E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60A2CACF-18C0-F985-9C57-56A735567577}"/>
              </a:ext>
            </a:extLst>
          </p:cNvPr>
          <p:cNvCxnSpPr>
            <a:cxnSpLocks/>
          </p:cNvCxnSpPr>
          <p:nvPr/>
        </p:nvCxnSpPr>
        <p:spPr>
          <a:xfrm flipV="1">
            <a:off x="1039528" y="2082016"/>
            <a:ext cx="4040472" cy="1806603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B2600DB4-380F-43F2-96F7-9B1423147419}"/>
              </a:ext>
            </a:extLst>
          </p:cNvPr>
          <p:cNvSpPr/>
          <p:nvPr/>
        </p:nvSpPr>
        <p:spPr>
          <a:xfrm>
            <a:off x="-121848" y="3868797"/>
            <a:ext cx="1820484" cy="156221"/>
          </a:xfrm>
          <a:prstGeom prst="roundRect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9863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2980F-74B1-B022-1C1F-9E69C310D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06F0068-B8AD-D34B-A04B-806DB477802B}"/>
              </a:ext>
            </a:extLst>
          </p:cNvPr>
          <p:cNvSpPr/>
          <p:nvPr/>
        </p:nvSpPr>
        <p:spPr>
          <a:xfrm>
            <a:off x="-38597" y="3284615"/>
            <a:ext cx="3986975" cy="600298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730D1FBB-6990-E971-30AF-1BC558D46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E39809D7-BB17-AB48-2009-6FE6300692FF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CFA5E494-7CE5-AA36-DC70-3035F6C392C2}"/>
              </a:ext>
            </a:extLst>
          </p:cNvPr>
          <p:cNvSpPr/>
          <p:nvPr/>
        </p:nvSpPr>
        <p:spPr>
          <a:xfrm>
            <a:off x="445196" y="3352800"/>
            <a:ext cx="1820484" cy="156221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83A27D9A-26E6-017D-9451-D98D58E8D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3" y="1858885"/>
            <a:ext cx="3814473" cy="2652526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CD842BC8-1FC3-88D1-B5D5-485B33836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909" y="1464177"/>
            <a:ext cx="4923358" cy="3115748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0792C1AB-E0FF-1073-6CD0-FC56FB419F36}"/>
              </a:ext>
            </a:extLst>
          </p:cNvPr>
          <p:cNvCxnSpPr>
            <a:cxnSpLocks/>
          </p:cNvCxnSpPr>
          <p:nvPr/>
        </p:nvCxnSpPr>
        <p:spPr>
          <a:xfrm flipV="1">
            <a:off x="1520792" y="2082016"/>
            <a:ext cx="3869355" cy="180289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835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8DA93-C8A6-C5EC-F528-E528A24CE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m 23">
            <a:extLst>
              <a:ext uri="{FF2B5EF4-FFF2-40B4-BE49-F238E27FC236}">
                <a16:creationId xmlns:a16="http://schemas.microsoft.com/office/drawing/2014/main" id="{A223D926-2E50-8379-DB1F-CA48EC09D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7" y="2089966"/>
            <a:ext cx="4086438" cy="2834450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CB81E81A-2832-151C-6D33-A9C8281B7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F0915F07-900A-D09B-7EFD-C6932E75B77F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A51F28F-5E54-B364-A3AB-CE21DFC845B0}"/>
              </a:ext>
            </a:extLst>
          </p:cNvPr>
          <p:cNvSpPr/>
          <p:nvPr/>
        </p:nvSpPr>
        <p:spPr>
          <a:xfrm>
            <a:off x="44550" y="2378578"/>
            <a:ext cx="1890128" cy="193172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D478DA73-A8EE-CF1B-9D20-AF45E0972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0988" y="1904476"/>
            <a:ext cx="4788844" cy="2952235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0465FB02-F6AC-778B-C3F2-F7FFAF1C2D1D}"/>
              </a:ext>
            </a:extLst>
          </p:cNvPr>
          <p:cNvCxnSpPr>
            <a:cxnSpLocks/>
          </p:cNvCxnSpPr>
          <p:nvPr/>
        </p:nvCxnSpPr>
        <p:spPr>
          <a:xfrm>
            <a:off x="1849000" y="2444817"/>
            <a:ext cx="5158192" cy="126206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C7650D67-16AE-EB50-A651-90E0476FD033}"/>
              </a:ext>
            </a:extLst>
          </p:cNvPr>
          <p:cNvSpPr/>
          <p:nvPr/>
        </p:nvSpPr>
        <p:spPr>
          <a:xfrm>
            <a:off x="0" y="4477202"/>
            <a:ext cx="1934678" cy="193172"/>
          </a:xfrm>
          <a:prstGeom prst="roundRect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7454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C470D-7B6E-0752-B871-94BE54AA0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">
            <a:extLst>
              <a:ext uri="{FF2B5EF4-FFF2-40B4-BE49-F238E27FC236}">
                <a16:creationId xmlns:a16="http://schemas.microsoft.com/office/drawing/2014/main" id="{BE72CF85-619F-E0FC-1090-A4CA09212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B6BF797E-AF47-8B85-0D3B-7A2BEB721D01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13A1D5A-1435-CFB6-41DE-9CFA4A7D1B16}"/>
              </a:ext>
            </a:extLst>
          </p:cNvPr>
          <p:cNvSpPr/>
          <p:nvPr/>
        </p:nvSpPr>
        <p:spPr>
          <a:xfrm>
            <a:off x="80702" y="1845753"/>
            <a:ext cx="3979277" cy="1152087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EFB3253-EAAD-4BA5-B1FC-43D4A5D32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9" y="2127183"/>
            <a:ext cx="3924070" cy="2729528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5792D9CB-4FE9-5866-4FCF-93B0EEDDC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863" y="2059232"/>
            <a:ext cx="4657249" cy="2865430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A028E663-D4A2-5EAB-A4B9-8B8BE606D4CB}"/>
              </a:ext>
            </a:extLst>
          </p:cNvPr>
          <p:cNvCxnSpPr>
            <a:cxnSpLocks/>
          </p:cNvCxnSpPr>
          <p:nvPr/>
        </p:nvCxnSpPr>
        <p:spPr>
          <a:xfrm>
            <a:off x="1780674" y="2463592"/>
            <a:ext cx="5197642" cy="1475373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110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A1CE5-FAB4-22A5-25E9-60E58A60F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7B288B50-3861-BF85-4A08-6314D8F82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57" y="1829511"/>
            <a:ext cx="3979277" cy="2856291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BD3A2D92-E7EF-0DF9-F9FF-FB10A166F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8F57AACC-02CA-5039-4D18-70B1B5ABE2E9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38E8F65-87A5-D3B9-027E-AD320DDDA7A9}"/>
              </a:ext>
            </a:extLst>
          </p:cNvPr>
          <p:cNvSpPr/>
          <p:nvPr/>
        </p:nvSpPr>
        <p:spPr>
          <a:xfrm>
            <a:off x="35257" y="2369239"/>
            <a:ext cx="1820484" cy="156221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F1E8919C-3B5C-AE05-A2C8-1AA67B07E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517" y="1947505"/>
            <a:ext cx="4574504" cy="281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980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FB9A6-7F06-B995-7F4E-6DF5299ED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00A5EE8-4606-8330-48C5-9970D9DFA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0" y="2107698"/>
            <a:ext cx="3776278" cy="2628758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5FED81D0-A6E6-DB3C-B9E2-5D3839ECA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90084D4C-255A-1822-C360-9B34A390B16A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2A461C1-F268-596C-236C-DB3203176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517" y="1947505"/>
            <a:ext cx="4574504" cy="2814520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3C69FF69-3B96-8B11-D972-6E6B4A037DD9}"/>
              </a:ext>
            </a:extLst>
          </p:cNvPr>
          <p:cNvSpPr/>
          <p:nvPr/>
        </p:nvSpPr>
        <p:spPr>
          <a:xfrm>
            <a:off x="221381" y="3236981"/>
            <a:ext cx="1820484" cy="156221"/>
          </a:xfrm>
          <a:prstGeom prst="roundRect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6344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D7806-B39C-8C4E-FC54-5519B7A15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62AF55DA-358B-633E-FC38-399FDC157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5" y="1885341"/>
            <a:ext cx="4253995" cy="2900451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96B8A261-36F3-C8D9-6345-FEB504B20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2D15969E-2463-2CC1-E5DA-AB62AB2BCB4B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F67A873-0EF0-9E28-C3FA-23D3A248FCC9}"/>
              </a:ext>
            </a:extLst>
          </p:cNvPr>
          <p:cNvSpPr/>
          <p:nvPr/>
        </p:nvSpPr>
        <p:spPr>
          <a:xfrm>
            <a:off x="28515" y="3323608"/>
            <a:ext cx="4031464" cy="151111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6886955-9AD6-C5BB-D617-9A9C6606B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517" y="1947505"/>
            <a:ext cx="4574504" cy="281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568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A42C3-3E41-6489-4E57-387983B45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">
            <a:extLst>
              <a:ext uri="{FF2B5EF4-FFF2-40B4-BE49-F238E27FC236}">
                <a16:creationId xmlns:a16="http://schemas.microsoft.com/office/drawing/2014/main" id="{E28DC5F2-FF99-1B25-22B3-C7A67645C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DB77542B-87F1-E925-FC79-4712B1A277C1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46A2FA0-BC5D-CBD1-955E-58F4EDAB950B}"/>
              </a:ext>
            </a:extLst>
          </p:cNvPr>
          <p:cNvSpPr/>
          <p:nvPr/>
        </p:nvSpPr>
        <p:spPr>
          <a:xfrm>
            <a:off x="28515" y="3323608"/>
            <a:ext cx="4031464" cy="151111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341EAE4-8F42-E315-2B01-9053605BF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5" y="1814424"/>
            <a:ext cx="4431890" cy="3042287"/>
          </a:xfrm>
          <a:prstGeom prst="rect">
            <a:avLst/>
          </a:prstGeom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1C4B7C39-67B3-CCA1-64C9-EC76241A2240}"/>
              </a:ext>
            </a:extLst>
          </p:cNvPr>
          <p:cNvSpPr/>
          <p:nvPr/>
        </p:nvSpPr>
        <p:spPr>
          <a:xfrm>
            <a:off x="28515" y="3487236"/>
            <a:ext cx="4347759" cy="151111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DD912B8-9B45-E820-E3AE-900F0187B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564" y="1862348"/>
            <a:ext cx="4431890" cy="2778725"/>
          </a:xfrm>
          <a:prstGeom prst="rect">
            <a:avLst/>
          </a:prstGeom>
        </p:spPr>
      </p:pic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80271F0A-D5CB-A636-7A18-9A394AC0657C}"/>
              </a:ext>
            </a:extLst>
          </p:cNvPr>
          <p:cNvCxnSpPr>
            <a:cxnSpLocks/>
          </p:cNvCxnSpPr>
          <p:nvPr/>
        </p:nvCxnSpPr>
        <p:spPr>
          <a:xfrm>
            <a:off x="1925053" y="3561347"/>
            <a:ext cx="5245768" cy="22138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581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29B40-6393-69E4-9020-7A46BE952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54A7AC7-5D6E-2394-BC2F-94114284D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0" y="2107698"/>
            <a:ext cx="3776278" cy="2628758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5BA72BAB-3E37-DFF5-BB6C-52FFB35A3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4CBFE863-BF9F-418A-F2DC-38CD40A2DB8F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3682435-1441-6CB3-EC9C-2EFC69084C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0131" y="1876493"/>
            <a:ext cx="4431890" cy="2778725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AD8DDEA-CCBE-0D78-290D-49101848B441}"/>
              </a:ext>
            </a:extLst>
          </p:cNvPr>
          <p:cNvSpPr/>
          <p:nvPr/>
        </p:nvSpPr>
        <p:spPr>
          <a:xfrm>
            <a:off x="221381" y="3236981"/>
            <a:ext cx="1820484" cy="156221"/>
          </a:xfrm>
          <a:prstGeom prst="roundRect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5901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0FF7B-4F67-B14C-A8DB-B7954A5AB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0D490825-F87D-FCC3-56CF-8578B24B7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5" y="1885341"/>
            <a:ext cx="4253995" cy="2900451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2330BC8E-4CB1-62C0-6050-C8FCF913F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FA053AA4-DEB9-9F83-6023-85C782F7A0A7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36D916D-FF97-E3E5-7694-13530C0CEE76}"/>
              </a:ext>
            </a:extLst>
          </p:cNvPr>
          <p:cNvSpPr/>
          <p:nvPr/>
        </p:nvSpPr>
        <p:spPr>
          <a:xfrm>
            <a:off x="28515" y="3323608"/>
            <a:ext cx="4031464" cy="151111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EEEFCC8-077D-F9B3-E193-F902B82A8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564" y="1862348"/>
            <a:ext cx="4431890" cy="277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710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C0527-8AC2-3D41-3842-ABDA6AB53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">
            <a:extLst>
              <a:ext uri="{FF2B5EF4-FFF2-40B4-BE49-F238E27FC236}">
                <a16:creationId xmlns:a16="http://schemas.microsoft.com/office/drawing/2014/main" id="{143C76E7-1DAB-2D72-02CC-93953ACED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771CC6E2-30EF-3D32-23FF-9CF9704EF14C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5606D8C-6CE9-8078-345F-C0ADF26FEA24}"/>
              </a:ext>
            </a:extLst>
          </p:cNvPr>
          <p:cNvSpPr/>
          <p:nvPr/>
        </p:nvSpPr>
        <p:spPr>
          <a:xfrm>
            <a:off x="28515" y="3323608"/>
            <a:ext cx="4031464" cy="151111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AC6E3C7-B211-CDA4-8A85-E0A60108A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5" y="1814424"/>
            <a:ext cx="4431890" cy="3042287"/>
          </a:xfrm>
          <a:prstGeom prst="rect">
            <a:avLst/>
          </a:prstGeom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945EF73-9489-356B-2105-8364ED35B2D3}"/>
              </a:ext>
            </a:extLst>
          </p:cNvPr>
          <p:cNvSpPr/>
          <p:nvPr/>
        </p:nvSpPr>
        <p:spPr>
          <a:xfrm>
            <a:off x="28515" y="3487236"/>
            <a:ext cx="4347759" cy="151111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F62836C-D0CB-6496-2073-25708D944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023726"/>
            <a:ext cx="4360244" cy="2713959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2977A2D-4878-3181-4636-2AB4074F376F}"/>
              </a:ext>
            </a:extLst>
          </p:cNvPr>
          <p:cNvCxnSpPr>
            <a:cxnSpLocks/>
          </p:cNvCxnSpPr>
          <p:nvPr/>
        </p:nvCxnSpPr>
        <p:spPr>
          <a:xfrm>
            <a:off x="1925053" y="3561347"/>
            <a:ext cx="5245768" cy="22138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431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87417-FB88-36CE-C180-9F4B8DB09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EFA8238-0A5F-6B67-9487-F1CA2960A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0" y="2107698"/>
            <a:ext cx="3776278" cy="2628758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BFD45828-A0AF-33AD-964F-374205A2B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E7F800A1-C2F4-8946-BC2F-5F1543C39646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6286374-974B-DD14-C0B5-7EFE26B3D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988" y="1792050"/>
            <a:ext cx="4735629" cy="2947611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9343E3F-A1C0-7F84-F57E-64E2CCB689CD}"/>
              </a:ext>
            </a:extLst>
          </p:cNvPr>
          <p:cNvSpPr/>
          <p:nvPr/>
        </p:nvSpPr>
        <p:spPr>
          <a:xfrm>
            <a:off x="221381" y="3236981"/>
            <a:ext cx="1820484" cy="156221"/>
          </a:xfrm>
          <a:prstGeom prst="roundRect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9624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DE215-E1B9-06B3-CAAF-84BA57DA9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B8486BC6-864D-91AC-0C1A-EDD40035B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5" y="1885341"/>
            <a:ext cx="4253995" cy="2900451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6FDF92B4-4F70-D7B9-FF81-A78BAF57C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8A4895E1-406B-50BF-19D5-161982921701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DBEAD9D-CE2E-C335-9AF1-2493D7BCCA6E}"/>
              </a:ext>
            </a:extLst>
          </p:cNvPr>
          <p:cNvSpPr/>
          <p:nvPr/>
        </p:nvSpPr>
        <p:spPr>
          <a:xfrm>
            <a:off x="28515" y="3323608"/>
            <a:ext cx="4031464" cy="151111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28FC029-4778-9154-03BE-696DA6FE2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2510" y="1885341"/>
            <a:ext cx="4360244" cy="271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028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2492F-8ED6-F8BE-8935-1AD5D6184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82372384-42EA-EBFD-2202-EF8165492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936" y="1976941"/>
            <a:ext cx="4307305" cy="2656398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19BD82BF-B722-A3E0-9FE3-90431059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4D3B6BD4-F0AA-C16F-1515-913ECCEB184C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C441941-E843-6E81-0C2C-A71D99835AD9}"/>
              </a:ext>
            </a:extLst>
          </p:cNvPr>
          <p:cNvSpPr/>
          <p:nvPr/>
        </p:nvSpPr>
        <p:spPr>
          <a:xfrm>
            <a:off x="28515" y="3323608"/>
            <a:ext cx="4031464" cy="151111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72ED7E4-80AB-C18F-EFC9-955ED3EB2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15" y="1814424"/>
            <a:ext cx="4431890" cy="3042287"/>
          </a:xfrm>
          <a:prstGeom prst="rect">
            <a:avLst/>
          </a:prstGeom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E56DB1B-8092-54DB-F24F-09E24FFC0CE0}"/>
              </a:ext>
            </a:extLst>
          </p:cNvPr>
          <p:cNvSpPr/>
          <p:nvPr/>
        </p:nvSpPr>
        <p:spPr>
          <a:xfrm>
            <a:off x="28515" y="3487236"/>
            <a:ext cx="4347759" cy="151111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77E726D9-D8F7-C04C-8424-9F615E9EF912}"/>
              </a:ext>
            </a:extLst>
          </p:cNvPr>
          <p:cNvCxnSpPr>
            <a:cxnSpLocks/>
          </p:cNvCxnSpPr>
          <p:nvPr/>
        </p:nvCxnSpPr>
        <p:spPr>
          <a:xfrm>
            <a:off x="1925053" y="3561347"/>
            <a:ext cx="5245768" cy="22138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9166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28674-0539-CC05-ED2A-73BF640B4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A21C4FA-D444-E832-962C-6150610AC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0" y="2107698"/>
            <a:ext cx="3776278" cy="2628758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6899B4EC-51E4-58A3-A4CC-1260C1589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0CD46FEB-F328-FBE5-15E6-4E6321854152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07F5218-CAE2-5842-0410-E41782618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487" y="1959902"/>
            <a:ext cx="4697127" cy="2896809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06104C28-5B42-1232-145E-E9F2CCD1EEB0}"/>
              </a:ext>
            </a:extLst>
          </p:cNvPr>
          <p:cNvSpPr/>
          <p:nvPr/>
        </p:nvSpPr>
        <p:spPr>
          <a:xfrm>
            <a:off x="221381" y="3236981"/>
            <a:ext cx="1820484" cy="156221"/>
          </a:xfrm>
          <a:prstGeom prst="roundRect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822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165E4-7EC2-4184-BAD5-735BF6497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64FD40D2-47FB-1141-5195-FC51E0263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5" y="1885341"/>
            <a:ext cx="4253995" cy="2900451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2227D1B5-2E0E-65DC-7035-BB2B66E31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4FEE047C-9734-FC13-3418-2E88E25B9BBA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06CF6E5-2A0F-42D1-D267-1837E49C5E44}"/>
              </a:ext>
            </a:extLst>
          </p:cNvPr>
          <p:cNvSpPr/>
          <p:nvPr/>
        </p:nvSpPr>
        <p:spPr>
          <a:xfrm>
            <a:off x="28515" y="3323608"/>
            <a:ext cx="4031464" cy="151111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7676E0E-8341-8F4C-014C-01E1D8882C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936" y="1976941"/>
            <a:ext cx="4307305" cy="265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89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3CF41-9046-F816-682B-E6F782501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1294AF3-1617-8CB6-6F92-82141A759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405" y="1814424"/>
            <a:ext cx="4467947" cy="2787148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AFC1D380-502C-60E2-61A8-325CF6684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F0447A14-15EB-F1F0-5D0F-650F5A94694A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585B2144-89F6-3344-A406-DBC3E5B6EEE1}"/>
              </a:ext>
            </a:extLst>
          </p:cNvPr>
          <p:cNvSpPr/>
          <p:nvPr/>
        </p:nvSpPr>
        <p:spPr>
          <a:xfrm>
            <a:off x="28515" y="3323608"/>
            <a:ext cx="4031464" cy="151111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2DFCD59-E634-25E3-5855-46D7F6BD4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15" y="1814424"/>
            <a:ext cx="4431890" cy="3042287"/>
          </a:xfrm>
          <a:prstGeom prst="rect">
            <a:avLst/>
          </a:prstGeom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F6A4C64-7440-1414-0E59-E860FC9A4366}"/>
              </a:ext>
            </a:extLst>
          </p:cNvPr>
          <p:cNvSpPr/>
          <p:nvPr/>
        </p:nvSpPr>
        <p:spPr>
          <a:xfrm>
            <a:off x="28515" y="3487236"/>
            <a:ext cx="4347759" cy="151111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3329F700-4A6E-BD73-2A98-CFFB68589CC8}"/>
              </a:ext>
            </a:extLst>
          </p:cNvPr>
          <p:cNvCxnSpPr>
            <a:cxnSpLocks/>
          </p:cNvCxnSpPr>
          <p:nvPr/>
        </p:nvCxnSpPr>
        <p:spPr>
          <a:xfrm>
            <a:off x="1925053" y="3561347"/>
            <a:ext cx="5245768" cy="22138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006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DC043-46DF-2A6D-6577-964623EB2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AAA95F7-772C-BFD0-1378-77FE1FABF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0" y="2107698"/>
            <a:ext cx="3776278" cy="2628758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B839B06C-3BF4-76A1-07DA-4219D69BE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C31D974B-A55A-4131-EAA8-86DD9D9376A2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F11FEE3-3D65-6549-4753-C28DFD662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405" y="1814424"/>
            <a:ext cx="4467947" cy="2787148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09586AC-8CE7-061C-A60F-39AC5517A717}"/>
              </a:ext>
            </a:extLst>
          </p:cNvPr>
          <p:cNvSpPr/>
          <p:nvPr/>
        </p:nvSpPr>
        <p:spPr>
          <a:xfrm>
            <a:off x="221381" y="3236981"/>
            <a:ext cx="1820484" cy="156221"/>
          </a:xfrm>
          <a:prstGeom prst="roundRect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371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F0A8B-C4E8-F602-AE5D-0B69BDE54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B3A8E1E-A0B6-CCCC-040F-58745DFD3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5" y="1885341"/>
            <a:ext cx="4253995" cy="2900451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3E20B92D-0338-7B89-8BCE-283E51556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B7D74D83-0AEB-B351-4573-9B50B7E56443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21A52E7-3943-E2B7-E49E-E1A765189803}"/>
              </a:ext>
            </a:extLst>
          </p:cNvPr>
          <p:cNvSpPr/>
          <p:nvPr/>
        </p:nvSpPr>
        <p:spPr>
          <a:xfrm>
            <a:off x="28515" y="3323608"/>
            <a:ext cx="4031464" cy="151111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279B378-FA9A-2389-830F-26B139623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405" y="1814424"/>
            <a:ext cx="4467947" cy="278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8284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218FC-DD3B-8287-7DBA-102C0529E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835F5736-E381-DB16-2B53-BB5F4BE2B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403" y="1962455"/>
            <a:ext cx="4390591" cy="2722306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E6012F5C-A1F9-C3C2-0ECA-F0C5EA29A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FDEDD2E9-F9D1-E215-38D5-A2C8F0FD556B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71A17A2-9EB5-7593-EC37-3CD10E649CB7}"/>
              </a:ext>
            </a:extLst>
          </p:cNvPr>
          <p:cNvSpPr/>
          <p:nvPr/>
        </p:nvSpPr>
        <p:spPr>
          <a:xfrm>
            <a:off x="28515" y="3323608"/>
            <a:ext cx="4031464" cy="151111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87E844F-5A3E-0162-95B3-E36D687A9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15" y="1814424"/>
            <a:ext cx="4431890" cy="3042287"/>
          </a:xfrm>
          <a:prstGeom prst="rect">
            <a:avLst/>
          </a:prstGeom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17DC4AD2-9A94-F80A-029D-53B91F2E5846}"/>
              </a:ext>
            </a:extLst>
          </p:cNvPr>
          <p:cNvSpPr/>
          <p:nvPr/>
        </p:nvSpPr>
        <p:spPr>
          <a:xfrm>
            <a:off x="28515" y="3487236"/>
            <a:ext cx="4347759" cy="151111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12BE6290-65E8-A987-65FD-017B3B8B2E21}"/>
              </a:ext>
            </a:extLst>
          </p:cNvPr>
          <p:cNvCxnSpPr>
            <a:cxnSpLocks/>
          </p:cNvCxnSpPr>
          <p:nvPr/>
        </p:nvCxnSpPr>
        <p:spPr>
          <a:xfrm>
            <a:off x="1925053" y="3561347"/>
            <a:ext cx="5245768" cy="22138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90202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7EB57-33CC-BACD-6610-4DB6626F0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53E289A-E7D3-F829-FC74-34ED20D7A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06" y="1962455"/>
            <a:ext cx="4146834" cy="2827963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4BFCA635-FEFB-CAF1-0F7C-7FD83B414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686D3237-DA45-F409-810F-8AED15641036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DD13353-7DA6-F045-44DD-EB32B435B445}"/>
              </a:ext>
            </a:extLst>
          </p:cNvPr>
          <p:cNvSpPr/>
          <p:nvPr/>
        </p:nvSpPr>
        <p:spPr>
          <a:xfrm>
            <a:off x="221381" y="3236981"/>
            <a:ext cx="1820484" cy="156221"/>
          </a:xfrm>
          <a:prstGeom prst="roundRect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AE79A1F-D721-E2BA-9AA1-C529E5EE6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403" y="1962455"/>
            <a:ext cx="4390591" cy="2722306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B0190E3-DEAC-A177-F5CB-33FC002F3CB5}"/>
              </a:ext>
            </a:extLst>
          </p:cNvPr>
          <p:cNvSpPr/>
          <p:nvPr/>
        </p:nvSpPr>
        <p:spPr>
          <a:xfrm>
            <a:off x="216863" y="3793548"/>
            <a:ext cx="1820484" cy="156221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25418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BF54A-70E3-6094-8C1B-4D7F2A17E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15FC214-9814-737D-D29D-2857089C6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63" y="1946902"/>
            <a:ext cx="4276540" cy="2909810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AE5B2D72-86B6-05EC-DDB1-D5CCDEC02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F45AFDAC-F9C8-7814-3809-0259B7BF8197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278D23A-74F0-E33D-C090-21523AC36812}"/>
              </a:ext>
            </a:extLst>
          </p:cNvPr>
          <p:cNvSpPr/>
          <p:nvPr/>
        </p:nvSpPr>
        <p:spPr>
          <a:xfrm>
            <a:off x="221381" y="4309034"/>
            <a:ext cx="1820484" cy="156221"/>
          </a:xfrm>
          <a:prstGeom prst="roundRect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438A95D-8C40-3520-6A58-97E41AF35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403" y="1962455"/>
            <a:ext cx="4390591" cy="272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9093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E200D-1475-B8B2-FF8D-B7835DA69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1B7A2AA-532D-B368-D2F9-425DA8B00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5" y="1701802"/>
            <a:ext cx="4536955" cy="3151625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5B5EEDFD-CEFB-A95A-CFD8-4D3D368C8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BED6F828-80EB-DD0E-F0B6-443D46164519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E720F18-9CD1-C1D2-6B42-551E60E296E2}"/>
              </a:ext>
            </a:extLst>
          </p:cNvPr>
          <p:cNvSpPr/>
          <p:nvPr/>
        </p:nvSpPr>
        <p:spPr>
          <a:xfrm>
            <a:off x="0" y="4445668"/>
            <a:ext cx="1820484" cy="156221"/>
          </a:xfrm>
          <a:prstGeom prst="roundRect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379F75D-65A6-E55E-91B7-E8142D7E4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403" y="1962455"/>
            <a:ext cx="4390591" cy="272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489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A0E2A-0DA5-9796-C287-780140F34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1DAD58B-10C6-BA58-22D8-A5C8656D2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159" y="1817202"/>
            <a:ext cx="4813788" cy="3326298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98030518-9F6B-8811-00B9-5D6ECB423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35FD3488-65E8-0734-EBE0-DA10FB3147A7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D6E04A7-1D26-823D-C0E8-EB2C712CD36C}"/>
              </a:ext>
            </a:extLst>
          </p:cNvPr>
          <p:cNvSpPr/>
          <p:nvPr/>
        </p:nvSpPr>
        <p:spPr>
          <a:xfrm>
            <a:off x="-82061" y="4832527"/>
            <a:ext cx="1820484" cy="156221"/>
          </a:xfrm>
          <a:prstGeom prst="roundRect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EDC3B1F-E1D3-1FCB-D494-BA2133500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403" y="1962455"/>
            <a:ext cx="4390591" cy="272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314586"/>
      </p:ext>
    </p:extLst>
  </p:cSld>
  <p:clrMapOvr>
    <a:masterClrMapping/>
  </p:clrMapOvr>
</p:sld>
</file>

<file path=ppt/theme/theme1.xml><?xml version="1.0" encoding="utf-8"?>
<a:theme xmlns:a="http://schemas.openxmlformats.org/drawingml/2006/main" name="Selo">
  <a:themeElements>
    <a:clrScheme name="Selo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Selo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l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TM10001106[[fn=Selo]]</Template>
  <TotalTime>766</TotalTime>
  <Words>683</Words>
  <Application>Microsoft Office PowerPoint</Application>
  <PresentationFormat>Apresentação na tela (16:9)</PresentationFormat>
  <Paragraphs>106</Paragraphs>
  <Slides>26</Slides>
  <Notes>26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1" baseType="lpstr">
      <vt:lpstr>Arial</vt:lpstr>
      <vt:lpstr>Calibri</vt:lpstr>
      <vt:lpstr>Gill Sans MT</vt:lpstr>
      <vt:lpstr>Impact</vt:lpstr>
      <vt:lpstr>Selo</vt:lpstr>
      <vt:lpstr>ED Estruturas de Dados</vt:lpstr>
      <vt:lpstr>Representação Memória</vt:lpstr>
      <vt:lpstr>Representação Memória</vt:lpstr>
      <vt:lpstr>Representação Memória</vt:lpstr>
      <vt:lpstr>Representação Memória</vt:lpstr>
      <vt:lpstr>Representação Memória</vt:lpstr>
      <vt:lpstr>Representação Memória</vt:lpstr>
      <vt:lpstr>Representação Memória</vt:lpstr>
      <vt:lpstr>Representação Memória</vt:lpstr>
      <vt:lpstr>Representação Memória</vt:lpstr>
      <vt:lpstr>Representação Memória</vt:lpstr>
      <vt:lpstr>Representação Memória</vt:lpstr>
      <vt:lpstr>Representação Memória</vt:lpstr>
      <vt:lpstr>Representação Memória</vt:lpstr>
      <vt:lpstr>Representação Memória</vt:lpstr>
      <vt:lpstr>Representação Memória</vt:lpstr>
      <vt:lpstr>Representação Memória</vt:lpstr>
      <vt:lpstr>Representação Memória</vt:lpstr>
      <vt:lpstr>Representação Memória</vt:lpstr>
      <vt:lpstr>Representação Memória</vt:lpstr>
      <vt:lpstr>Representação Memória</vt:lpstr>
      <vt:lpstr>Representação Memória</vt:lpstr>
      <vt:lpstr>Representação Memória</vt:lpstr>
      <vt:lpstr>Representação Memória</vt:lpstr>
      <vt:lpstr>Representação Memória</vt:lpstr>
      <vt:lpstr>Representação Memória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carlos henrique verissimo pereira</dc:creator>
  <cp:lastModifiedBy>Carlos Henrique Verissimo Pereira</cp:lastModifiedBy>
  <cp:revision>50</cp:revision>
  <dcterms:created xsi:type="dcterms:W3CDTF">2020-04-02T18:40:43Z</dcterms:created>
  <dcterms:modified xsi:type="dcterms:W3CDTF">2026-03-24T14:58:59Z</dcterms:modified>
</cp:coreProperties>
</file>